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1" r:id="rId9"/>
    <p:sldId id="266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572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185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1672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8311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4343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4032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388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9199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97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lang="en-IN" sz="2550" b="1" dirty="0" smtClean="0">
                <a:solidFill>
                  <a:srgbClr val="20375C"/>
                </a:solidFill>
                <a:latin typeface="Arial"/>
                <a:ea typeface="Arial"/>
                <a:cs typeface="Arial"/>
              </a:rPr>
              <a:t>Network Error Detection And Correction Toolkit</a:t>
            </a:r>
            <a:endParaRPr sz="2550" b="1" dirty="0">
              <a:solidFill>
                <a:srgbClr val="2037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575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Vedant</a:t>
            </a:r>
            <a:r>
              <a:rPr lang="en-IN" sz="1575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575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Bhosale</a:t>
            </a:r>
            <a:r>
              <a:rPr lang="en-IN" sz="1575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- 1262251592</a:t>
            </a:r>
            <a:r>
              <a:rPr sz="1575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 </a:t>
            </a:r>
            <a:r>
              <a:rPr lang="en-IN" sz="1575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Riya Das - 1262251596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      </a:t>
            </a:r>
            <a:r>
              <a:rPr lang="en-IN" sz="1575" b="0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Sushant</a:t>
            </a:r>
            <a:r>
              <a:rPr lang="en-IN" sz="1575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575" b="0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Pawar</a:t>
            </a:r>
            <a:r>
              <a:rPr lang="en-IN" sz="1575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– 1262251598  </a:t>
            </a:r>
            <a:r>
              <a:rPr lang="en-IN" sz="1575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IN" sz="1575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Chinmay</a:t>
            </a:r>
            <a:r>
              <a:rPr lang="en-IN" sz="1575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575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Bhole</a:t>
            </a:r>
            <a:r>
              <a:rPr lang="en-IN" sz="1575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- 1262252266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7</a:t>
            </a:r>
            <a:r>
              <a:rPr sz="1500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Panel </a:t>
            </a:r>
            <a:r>
              <a:rPr lang="en-IN" sz="1500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</a:t>
            </a:r>
            <a:r>
              <a:rPr sz="1500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Batch </a:t>
            </a:r>
            <a:r>
              <a:rPr lang="en-IN" sz="15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E1</a:t>
            </a:r>
            <a:endParaRPr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</a:t>
            </a:r>
            <a:r>
              <a:rPr lang="en-US" sz="1500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Dr. Swati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</a:t>
            </a:r>
            <a:r>
              <a:rPr lang="en-US" sz="1500" b="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22/10/26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just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Real-world communication channels are inherently prone to transmission impairments—such as burst noise, electromagnetic interference, and line attenuation—that corrupt data packets in transit, leading to application crashes and silent data errors.   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6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just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Target users include computer engineering students, network administrators, and laboratory evaluators who need an interactive tool to study and demonstrate network data integrity protocols across client-router-proxy architectures.</a:t>
            </a:r>
            <a:endParaRPr sz="16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722371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476250" y="4167188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342900" indent="-342900" algn="just">
              <a:buFont typeface="+mj-lt"/>
              <a:buAutoNum type="arabicPeriod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Design and implement a </a:t>
            </a:r>
            <a:r>
              <a:rPr lang="en-IN" sz="16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PyQt</a:t>
            </a:r>
            <a:r>
              <a:rPr lang="en-IN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-based multi-process desktop architecture (launcher.exe, client_app.exe, and router_proxy_app.exe) to manage live socket connections and process orchestration.   </a:t>
            </a:r>
          </a:p>
          <a:p>
            <a:pPr marL="342900" indent="-342900" algn="just">
              <a:buFont typeface="+mj-lt"/>
              <a:buAutoNum type="arabicPeriod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Develop functional modules for data integrity verification incorporating Hamming(7,4) encoding/decoding, CRC-32 checksums, and 1D/2D parity check matrices.   </a:t>
            </a:r>
          </a:p>
          <a:p>
            <a:pPr marL="342900" indent="-342900" algn="just">
              <a:buFont typeface="+mj-lt"/>
              <a:buAutoNum type="arabicPeriod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Package the application using </a:t>
            </a:r>
            <a:r>
              <a:rPr lang="en-IN" sz="16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PyInstaller</a:t>
            </a:r>
            <a:r>
              <a:rPr lang="en-IN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into a standalone, portable distribution package and evaluate system resilience under induced error conditions.</a:t>
            </a:r>
            <a:endParaRPr sz="16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pic>
        <p:nvPicPr>
          <p:cNvPr id="7" name="Picture 6" descr="C:\Users\ADMIN\AppData\Local\Packages\5319275A.WhatsAppDesktop_cv1g1gvanyjgm\LocalState\sessions\030F10B45D04551FC069E9B5037B9E71B4A4F5D2\transfers\2026-42\WhatsApp Image 2026-10-16 at 10.03.29 PM.jpe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288" y="1066800"/>
            <a:ext cx="4690872" cy="50048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3038094" y="6007298"/>
            <a:ext cx="3223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2.1</a:t>
            </a:r>
            <a:r>
              <a:rPr lang="en-US" sz="1400" dirty="0"/>
              <a:t> Proposed architecture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2069592"/>
            <a:ext cx="8096251" cy="3051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Tools:</a:t>
            </a:r>
            <a:r>
              <a:rPr lang="en-IN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Python 3.12.6, PyQt6 (v6.11.0), </a:t>
            </a:r>
            <a:r>
              <a:rPr lang="en-IN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PyInstaller</a:t>
            </a:r>
            <a:r>
              <a:rPr lang="en-IN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(v6.22.3), and Windows 10/11 (64-bit).   </a:t>
            </a:r>
            <a:endParaRPr lang="en-IN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Protocols</a:t>
            </a:r>
            <a:r>
              <a:rPr lang="en-IN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</a:t>
            </a:r>
            <a:r>
              <a:rPr lang="en-IN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TCP (Transmission Control Protocol) for reliable inter-process stream delivery and application-layer proxy interception.   </a:t>
            </a:r>
            <a:endParaRPr lang="en-IN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Addressing</a:t>
            </a:r>
            <a:r>
              <a:rPr lang="en-IN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</a:t>
            </a:r>
            <a:r>
              <a:rPr lang="en-IN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Loopback (127.0.0.1) or local LAN (192.168.x.x) subnet addresses, with the Router Proxy bound to port 5000.</a:t>
            </a:r>
            <a:endParaRPr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</p:spTree>
    <p:extLst>
      <p:ext uri="{BB962C8B-B14F-4D97-AF65-F5344CB8AC3E}">
        <p14:creationId xmlns:p14="http://schemas.microsoft.com/office/powerpoint/2010/main" val="178311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279141"/>
            <a:ext cx="80962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Implementation: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Developed modular Python packages—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gui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/ (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PyQt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UI components), core/ (Hamming, CRC-32, Parity engines), and network/ (TCP socket handlers and router proxy logic).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14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Working: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Client encodes raw payload and transmits via TCP to Router Proxy; Proxy injects configurable bit-flips/burst noise; Receiver decrypts/decodes frame and verifies checksums.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14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Troubleshooting: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 Binding/Port Reuse Error (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OSError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[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Errno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98]) — Resolved by setting SO_REUSEADDR flag on socket initialization to permit immediate port rebound upon proxy restart</a:t>
            </a:r>
            <a:endParaRPr sz="1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" r="3909" b="21559"/>
          <a:stretch/>
        </p:blipFill>
        <p:spPr bwMode="auto">
          <a:xfrm>
            <a:off x="1927860" y="1170622"/>
            <a:ext cx="5288280" cy="26593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499616" y="3830002"/>
            <a:ext cx="693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Figure 3.1</a:t>
            </a:r>
            <a:r>
              <a:rPr lang="en-IN" sz="1400" dirty="0"/>
              <a:t> NECD Toolkit Message Sequence and Error-Injection </a:t>
            </a:r>
            <a:r>
              <a:rPr lang="en-IN" sz="1400" dirty="0" smtClean="0"/>
              <a:t>Workflow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481" y="1449288"/>
            <a:ext cx="6955742" cy="30388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96014" y="4524719"/>
            <a:ext cx="6745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Figure: </a:t>
            </a:r>
            <a:r>
              <a:rPr lang="en-IN" sz="1400" dirty="0"/>
              <a:t>Router Proxy Traffic </a:t>
            </a:r>
            <a:r>
              <a:rPr lang="en-IN" sz="1400" dirty="0" smtClean="0"/>
              <a:t>Log — CRC-32 </a:t>
            </a:r>
            <a:r>
              <a:rPr lang="en-IN" sz="1400" dirty="0"/>
              <a:t>Payload Corruption &amp; Noise Injection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628445" y="4318874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Test: </a:t>
            </a:r>
            <a:r>
              <a:rPr lang="en-US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Normal Operation (Hamming SEC): Input payload "HELLO" with Hamming(7,4) encoding selected and simulated bit errors injected by the Router Proxy.  </a:t>
            </a:r>
            <a:endParaRPr lang="en-US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4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Expected</a:t>
            </a:r>
            <a:r>
              <a:rPr lang="en-US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</a:t>
            </a:r>
            <a:r>
              <a:rPr lang="en-US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The receiver identifies error syndromes, automatically corrects single-bit errors across the blocks, and perfectly recovers the original payload "HELLO".   </a:t>
            </a:r>
            <a:endParaRPr lang="en-US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Observed</a:t>
            </a:r>
            <a:r>
              <a:rPr lang="en-US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Single-bit errors were successfully isolated and corrected (4 errors corrected); the recovered message matched the original input exactly, as shown in the console logs.   </a:t>
            </a:r>
            <a:endParaRPr lang="en-US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 </a:t>
            </a:r>
            <a:r>
              <a:rPr lang="en-US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achieved: </a:t>
            </a:r>
            <a:r>
              <a:rPr lang="en-US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Validated functional error-correction modules and real-time fault resilience under simulated network conditions (Objective O2 &amp; O4).</a:t>
            </a:r>
            <a:endParaRPr sz="1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26" y="205722"/>
            <a:ext cx="8247888" cy="38292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16495" y="4034945"/>
            <a:ext cx="4998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Figure: </a:t>
            </a:r>
            <a:r>
              <a:rPr lang="en-US" sz="1400" dirty="0"/>
              <a:t>CRC-32 Checksum Verification and Error Detection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0049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762125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just"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Real-time </a:t>
            </a:r>
            <a:r>
              <a:rPr lang="en-US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channel error injection, automated single-bit error detection, and Hamming(7,4) forward error correction across a multi-process TCP socket network.</a:t>
            </a:r>
            <a:endParaRPr sz="16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2524125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Steps:</a:t>
            </a:r>
            <a:endParaRPr lang="en-US" sz="16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Start </a:t>
            </a:r>
            <a:r>
              <a:rPr lang="en-US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Router Proxy (router_proxy_app.exe) on port 5000 and launch/connect both Client A and Client B instances.   </a:t>
            </a:r>
            <a:endParaRPr lang="en-US" sz="16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6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</a:t>
            </a:r>
            <a:r>
              <a:rPr lang="en-US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Hamming(7,4) Correction, input the message payload "HELLO", and transmit the packet through the router proxy under active bit-flip noise simulation.   </a:t>
            </a:r>
            <a:endParaRPr lang="en-US" sz="16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6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 </a:t>
            </a:r>
            <a:r>
              <a:rPr lang="en-US" sz="16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router traffic log detailing the injected bit errors, and examine the receiver console displaying the corrected blocks, total error count, and recovered message. </a:t>
            </a:r>
            <a:endParaRPr sz="16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3875" y="5167503"/>
            <a:ext cx="80486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dirty="0"/>
              <a:t>Success criterion: </a:t>
            </a:r>
            <a:r>
              <a:rPr lang="en-IN" sz="1600" dirty="0"/>
              <a:t>The receiving node successfully computes error syndromes, corrects corrupted bits, and renders the exact original plaintext message ("HELLO") on the GUI dashboard without data loss.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8957"/>
          <a:stretch/>
        </p:blipFill>
        <p:spPr bwMode="auto">
          <a:xfrm>
            <a:off x="2023777" y="206468"/>
            <a:ext cx="5318856" cy="22144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47"/>
          <a:stretch/>
        </p:blipFill>
        <p:spPr>
          <a:xfrm>
            <a:off x="696509" y="2574798"/>
            <a:ext cx="7973392" cy="3749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9736" y="6328374"/>
            <a:ext cx="7159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4.1</a:t>
            </a:r>
            <a:r>
              <a:rPr lang="en-US" sz="1400" dirty="0"/>
              <a:t> Test execution output and live console </a:t>
            </a:r>
            <a:r>
              <a:rPr lang="en-US" sz="1400" dirty="0" smtClean="0"/>
              <a:t>logging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95070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902589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just"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Outcome: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Successfully built and packaged a modular PyQt6 desktop toolkit with interactive router proxy interception, validating real-time CRC-32 error detection and Hamming(7,4) single-bit error correction across TCP sockets.   </a:t>
            </a:r>
            <a:endParaRPr lang="en-IN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9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just"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Application</a:t>
            </a: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Interactive educational utility for networking laboratories to visualize data-link layer mechanics, forward error correction (FEC), and packet integrity under 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lossy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conditions.   </a:t>
            </a:r>
            <a:endParaRPr lang="en-IN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900" b="1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just"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Limitation</a:t>
            </a: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Hamming(7,4) correction is strictly bounded to single-bit errors per nibble; multiple simultaneous bit-flips in a block result in 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uncorrectable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flags.   </a:t>
            </a:r>
            <a:endParaRPr lang="en-IN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9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just"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</a:t>
            </a: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scope: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Integration of transport-layer Automatic Repeat 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reQuest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(ARQ) feedback loops (such as Stop-and-Wait) to handle </a:t>
            </a:r>
            <a:r>
              <a:rPr lang="en-IN" sz="14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uncorrectable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packet retransmissions.</a:t>
            </a:r>
            <a:endParaRPr sz="1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3405378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Team contributions</a:t>
            </a:r>
            <a:r>
              <a:rPr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</a:t>
            </a:r>
            <a:endParaRPr lang="en-IN" sz="1400" b="1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Vedant</a:t>
            </a:r>
            <a:r>
              <a:rPr lang="en-IN" sz="14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b="1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Bhosale</a:t>
            </a: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- System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architecture design, Router Proxy module engineering, and core error-control algorithm implementation.   </a:t>
            </a:r>
            <a:endParaRPr lang="en-IN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Riya Das </a:t>
            </a:r>
            <a:r>
              <a:rPr lang="en-IN" sz="14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- PyQt6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UI dashboard development, asynchronous socket signal/slot integration, and application state management.   </a:t>
            </a:r>
            <a:endParaRPr lang="en-IN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Sushant</a:t>
            </a: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b="1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Pawar</a:t>
            </a: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- End-Device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Client application development, packet framing/encoding logic, and loopback/LAN network testing.  </a:t>
            </a:r>
            <a:endParaRPr lang="en-IN" sz="1400" dirty="0" smtClean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Chinmay</a:t>
            </a: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b="1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Bhole</a:t>
            </a:r>
            <a:r>
              <a:rPr lang="en-IN" sz="1400" b="1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- </a:t>
            </a:r>
            <a:r>
              <a:rPr lang="en-IN" sz="1400" dirty="0" err="1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PyInstaller</a:t>
            </a:r>
            <a:r>
              <a:rPr lang="en-IN" sz="1400" dirty="0" smtClean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standalone compilation, cross-device deployment verification, and technical report/appendices compilation. </a:t>
            </a:r>
            <a:endParaRPr sz="1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590413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just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400" dirty="0"/>
              <a:t>AI Use: Generative AI (Google Gemini) was used for language editing and documentation structuring; all technical content and test outcomes were verified against empirical logs.</a:t>
            </a:r>
            <a:endParaRPr sz="14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0668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[1] R. W. Hamming, "Error detecting and error correcting codes,"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The Bell System Technical Journal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vol. 29, no. 2, pp. 147–160, 1950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[2] W. W. Peterson and D. T. Brown, "Cyclic codes for error detection,"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IRE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vol. 49, no. 1, pp. 228–235, 1961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[3] J. F. Kurose and K. W. Ross,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Computer Networking: A Top-Down Approach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8th ed. Pearson, 2020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[4] Python Software Foundation, "Python 3.12.6 Documentation," https://docs.python.org/3.12/ (accessed Oct. 16, 2026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[5]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PyQt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Documentation Project, "PyQt6 Reference Guide," https://www.riverbankcomputing.com/static/Docs/PyQt6/ (accessed Oct. 16, 2026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PyInstaller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Development Team, "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PyInstaller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Manual v6.x," https://pyinstaller.org/en/stable/ (accessed Oct. 16, 2026).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1527</Words>
  <Application>Microsoft Office PowerPoint</Application>
  <DocSecurity>0</DocSecurity>
  <PresentationFormat>On-screen Show (4:3)</PresentationFormat>
  <Paragraphs>105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15</cp:revision>
  <dcterms:created xsi:type="dcterms:W3CDTF">2026-10-14T10:56:48Z</dcterms:created>
  <dcterms:modified xsi:type="dcterms:W3CDTF">2026-10-17T16:08:00Z</dcterms:modified>
</cp:coreProperties>
</file>